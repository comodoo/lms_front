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-16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D47A1"/>
                </a:solidFill>
              </a:defRPr>
            </a:pPr>
            <a:r>
              <a:t>Zanzibar Metropolitan College (ZMC)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>
              <a:defRPr>
                <a:solidFill>
                  <a:srgbClr val="1565C0"/>
                </a:solidFill>
              </a:defRPr>
            </a:pPr>
            <a:r>
              <a:t>Learning Management System</a:t>
            </a:r>
          </a:p>
          <a:p>
            <a:r>
              <a:t>Comprehensive Platform for Students, Instructors, and Administrators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System Overview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Modules &amp; Technology Stack:</a:t>
            </a:r>
          </a:p>
          <a:p>
            <a:pPr lvl="1"/>
            <a:r>
              <a:t>• Modern Next.js Frontend with an interactive, responsive UI</a:t>
            </a:r>
          </a:p>
          <a:p>
            <a:pPr lvl="1"/>
            <a:r>
              <a:t>• Robust Laravel Backend for secure data management &amp; API</a:t>
            </a:r>
          </a:p>
          <a:p>
            <a:pPr lvl="1"/>
            <a:r>
              <a:t>• Role-Based Access Control (Admin, Instructor, Student, Accountant)</a:t>
            </a:r>
          </a:p>
          <a:p>
            <a:pPr lvl="1"/>
            <a:r>
              <a:t>• Complete lifecycle management from registration to graduation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Empowering the Student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Premium, User-Centric Portal:</a:t>
            </a:r>
          </a:p>
          <a:p>
            <a:pPr lvl="1"/>
            <a:r>
              <a:rPr dirty="0"/>
              <a:t>• Seamless multi-step registration with dynamic fee calculations</a:t>
            </a:r>
          </a:p>
          <a:p>
            <a:pPr lvl="1"/>
            <a:r>
              <a:rPr dirty="0"/>
              <a:t>• Real-time access to academic </a:t>
            </a:r>
            <a:r>
              <a:rPr dirty="0" err="1" smtClean="0"/>
              <a:t>recordsand</a:t>
            </a:r>
            <a:r>
              <a:rPr dirty="0" smtClean="0"/>
              <a:t> </a:t>
            </a:r>
            <a:r>
              <a:rPr dirty="0"/>
              <a:t>exam results</a:t>
            </a:r>
          </a:p>
          <a:p>
            <a:pPr lvl="1"/>
            <a:r>
              <a:rPr dirty="0"/>
              <a:t>• Integrated panels for finance, accommodation, and secure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Management &amp; Academic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for Staff and Administrators:</a:t>
            </a:r>
          </a:p>
          <a:p>
            <a:pPr lvl="1"/>
            <a:r>
              <a:t>• Instructors can easily grade students, manage results, and monitor course progress via bulk uploads.</a:t>
            </a:r>
          </a:p>
          <a:p>
            <a:pPr lvl="1"/>
            <a:r>
              <a:t>• Admins have full oversight of users, programs, departments, and financial statistics.</a:t>
            </a:r>
          </a:p>
          <a:p>
            <a:pPr lvl="1"/>
            <a:r>
              <a:t>• Dynamic GPA regulations and automated academic standing (Good Standing vs. Discontinued).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0D47A1"/>
                </a:solidFill>
              </a:defRPr>
            </a:pPr>
            <a:r>
              <a:t>Transforming Education Through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Looking Forward:</a:t>
            </a:r>
          </a:p>
          <a:p>
            <a:pPr lvl="1"/>
            <a:r>
              <a:t>• Automated report generation and deep data analytics</a:t>
            </a:r>
          </a:p>
          <a:p>
            <a:pPr lvl="1"/>
            <a:r>
              <a:t>• Scalable infrastructure designed to support growing student enrollments</a:t>
            </a:r>
          </a:p>
          <a:p>
            <a:pPr lvl="1"/>
            <a:r>
              <a:t>• Ensuring data integrity, absolute security, and a premium user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Zanzibar Metropolitan College (ZMC)</vt:lpstr>
      <vt:lpstr>System Overview &amp; Architecture</vt:lpstr>
      <vt:lpstr>Empowering the Student Journey</vt:lpstr>
      <vt:lpstr>Management &amp; Academic Control</vt:lpstr>
      <vt:lpstr>Transforming Education Through Tech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Zanzibar Metropolitan College (ZMC)</dc:title>
  <dc:subject/>
  <dc:creator/>
  <cp:keywords/>
  <dc:description>generated using python-pptx</dc:description>
  <cp:lastModifiedBy>HProbook</cp:lastModifiedBy>
  <cp:revision>2</cp:revision>
  <dcterms:created xsi:type="dcterms:W3CDTF">2013-01-27T09:14:16Z</dcterms:created>
  <dcterms:modified xsi:type="dcterms:W3CDTF">2026-06-21T06:27:50Z</dcterms:modified>
  <cp:category/>
</cp:coreProperties>
</file>